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72363054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72363054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16f06c12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16f06c12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b9a0b074_1_1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b9a0b074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d251bb473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d251bb473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d251bb473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d251bb473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16f06c12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16f06c12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2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282025" y="1213350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6700"/>
              <a:t>Аудиоплеер</a:t>
            </a:r>
            <a:endParaRPr sz="6700"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Бшоян А.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971200" cy="768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1666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ru" sz="2500" u="sng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КАКИЕ ПРОБЛЕМЫ МЫ РЕШАЕМ</a:t>
            </a:r>
            <a:endParaRPr sz="2500" u="sng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4300" u="sng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61254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b="0" lang="ru" sz="17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На многих Android телефонах встроенный плеер очень плохой или отсутствует</a:t>
            </a:r>
            <a:endParaRPr b="0" sz="17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b="0" lang="ru" sz="17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Нужно скачивать сторонние приложения с рекламой</a:t>
            </a:r>
            <a:endParaRPr b="0" sz="17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b="0" lang="ru" sz="17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Сложно найти простой, бесплатный плеер без лишних функций</a:t>
            </a:r>
            <a:endParaRPr b="0" sz="1700"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2300"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700" y="162737"/>
            <a:ext cx="4254600" cy="48180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Кусок клейкой ленты, который удерживает заметку на слайде" id="85" name="Google Shape;85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154828">
            <a:off x="3536000" y="147301"/>
            <a:ext cx="2072000" cy="7360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2855550" y="687397"/>
            <a:ext cx="34329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1. </a:t>
            </a:r>
            <a:r>
              <a:rPr b="1" lang="ru" sz="2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Технический</a:t>
            </a:r>
            <a:r>
              <a:rPr b="1" lang="ru" sz="24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стек</a:t>
            </a:r>
            <a:endParaRPr b="1" sz="24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15"/>
          <p:cNvSpPr txBox="1"/>
          <p:nvPr>
            <p:ph idx="4294967295" type="body"/>
          </p:nvPr>
        </p:nvSpPr>
        <p:spPr>
          <a:xfrm>
            <a:off x="2855550" y="1377480"/>
            <a:ext cx="34329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200">
                <a:latin typeface="Raleway"/>
                <a:ea typeface="Raleway"/>
                <a:cs typeface="Raleway"/>
                <a:sym typeface="Raleway"/>
              </a:rPr>
              <a:t>Выберите одну из стратегий </a:t>
            </a: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мгновенного привлечения внимания: неожиданный факт, эмоция или простое заявление.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Android Studio</a:t>
            </a:r>
            <a:br>
              <a:rPr lang="ru" sz="1400">
                <a:latin typeface="Raleway"/>
                <a:ea typeface="Raleway"/>
                <a:cs typeface="Raleway"/>
                <a:sym typeface="Raleway"/>
              </a:rPr>
            </a:b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Удобное место для </a:t>
            </a: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разработки</a:t>
            </a: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 мобильных приложений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Kotlin</a:t>
            </a:r>
            <a:br>
              <a:rPr lang="ru" sz="1400">
                <a:latin typeface="Raleway"/>
                <a:ea typeface="Raleway"/>
                <a:cs typeface="Raleway"/>
                <a:sym typeface="Raleway"/>
              </a:rPr>
            </a:b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Современный</a:t>
            </a: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 ЯП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Raleway"/>
              <a:buChar char="➔"/>
            </a:pPr>
            <a:r>
              <a:rPr b="1" lang="ru" sz="1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GitHub</a:t>
            </a:r>
            <a:br>
              <a:rPr lang="ru" sz="1400">
                <a:latin typeface="Raleway"/>
                <a:ea typeface="Raleway"/>
                <a:cs typeface="Raleway"/>
                <a:sym typeface="Raleway"/>
              </a:rPr>
            </a:br>
            <a:r>
              <a:rPr lang="ru" sz="1200">
                <a:latin typeface="Raleway"/>
                <a:ea typeface="Raleway"/>
                <a:cs typeface="Raleway"/>
                <a:sym typeface="Raleway"/>
              </a:rPr>
              <a:t>Контроль версий </a:t>
            </a:r>
            <a:endParaRPr sz="12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213150" y="19126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первая</a:t>
            </a:r>
            <a:r>
              <a:rPr lang="ru" sz="3800"/>
              <a:t> версия</a:t>
            </a:r>
            <a:endParaRPr sz="3800"/>
          </a:p>
        </p:txBody>
      </p:sp>
      <p:pic>
        <p:nvPicPr>
          <p:cNvPr id="93" name="Google Shape;93;p16" title="photo_2026-03-20_23-56-0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3199" y="142038"/>
            <a:ext cx="2186725" cy="4859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6"/>
          <p:cNvGrpSpPr/>
          <p:nvPr/>
        </p:nvGrpSpPr>
        <p:grpSpPr>
          <a:xfrm>
            <a:off x="6849913" y="2571760"/>
            <a:ext cx="2212050" cy="2537076"/>
            <a:chOff x="6803275" y="395363"/>
            <a:chExt cx="2212050" cy="2537076"/>
          </a:xfrm>
        </p:grpSpPr>
        <p:pic>
          <p:nvPicPr>
            <p:cNvPr id="95" name="Google Shape;95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Кусок клейкой ленты, который удерживает заметку на слайде" id="96" name="Google Shape;96;p16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6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Совет</a:t>
              </a:r>
              <a:endParaRPr b="1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ru" sz="1750">
                  <a:solidFill>
                    <a:schemeClr val="dk2"/>
                  </a:solidFill>
                  <a:highlight>
                    <a:schemeClr val="lt1"/>
                  </a:highlight>
                  <a:latin typeface="Georgia"/>
                  <a:ea typeface="Georgia"/>
                  <a:cs typeface="Georgia"/>
                  <a:sym typeface="Georgia"/>
                </a:rPr>
                <a:t>Без подошвы тапочки — это просто тряпочки.</a:t>
              </a:r>
              <a:endParaRPr b="1" sz="2200">
                <a:solidFill>
                  <a:schemeClr val="dk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idx="1" type="subTitle"/>
          </p:nvPr>
        </p:nvSpPr>
        <p:spPr>
          <a:xfrm>
            <a:off x="265500" y="653700"/>
            <a:ext cx="4045200" cy="38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ru" sz="3800">
                <a:solidFill>
                  <a:schemeClr val="dk1"/>
                </a:solidFill>
              </a:rPr>
              <a:t>главный экран</a:t>
            </a:r>
            <a:endParaRPr sz="3800"/>
          </a:p>
        </p:txBody>
      </p:sp>
      <p:sp>
        <p:nvSpPr>
          <p:cNvPr id="103" name="Google Shape;103;p17"/>
          <p:cNvSpPr txBox="1"/>
          <p:nvPr/>
        </p:nvSpPr>
        <p:spPr>
          <a:xfrm>
            <a:off x="283100" y="4654975"/>
            <a:ext cx="62442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(блин черное на  черном  )</a:t>
            </a:r>
            <a:endParaRPr i="1" sz="12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4" name="Google Shape;104;p17" title="photo_2026-03-20_23-48-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700" y="212200"/>
            <a:ext cx="2177415" cy="4838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7"/>
          <p:cNvGrpSpPr/>
          <p:nvPr/>
        </p:nvGrpSpPr>
        <p:grpSpPr>
          <a:xfrm>
            <a:off x="6831113" y="2571760"/>
            <a:ext cx="2212050" cy="2537076"/>
            <a:chOff x="6803275" y="395363"/>
            <a:chExt cx="2212050" cy="2537076"/>
          </a:xfrm>
        </p:grpSpPr>
        <p:pic>
          <p:nvPicPr>
            <p:cNvPr id="106" name="Google Shape;106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Кусок клейкой ленты, который удерживает заметку на слайде" id="107" name="Google Shape;107;p17"/>
            <p:cNvPicPr preferRelativeResize="0"/>
            <p:nvPr/>
          </p:nvPicPr>
          <p:blipFill rotWithShape="1">
            <a:blip r:embed="rId5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7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Совет</a:t>
              </a:r>
              <a:endParaRPr b="1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ru" sz="1650">
                  <a:solidFill>
                    <a:schemeClr val="dk2"/>
                  </a:solidFill>
                  <a:highlight>
                    <a:schemeClr val="lt1"/>
                  </a:highlight>
                  <a:latin typeface="Georgia"/>
                  <a:ea typeface="Georgia"/>
                  <a:cs typeface="Georgia"/>
                  <a:sym typeface="Georgia"/>
                </a:rPr>
                <a:t>Сила – не в бабках. Ведь бабки – уже старые.</a:t>
              </a:r>
              <a:endParaRPr b="1" sz="1800">
                <a:solidFill>
                  <a:schemeClr val="dk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 title="photo_2026-03-20_23-48-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7000" y="152400"/>
            <a:ext cx="2177415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 title="ted-puppy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9440" y="1161650"/>
            <a:ext cx="3264784" cy="3264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260849" y="764500"/>
            <a:ext cx="86223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accent5"/>
                </a:solidFill>
              </a:rPr>
              <a:t>заключение</a:t>
            </a:r>
            <a:r>
              <a:rPr lang="ru">
                <a:solidFill>
                  <a:schemeClr val="accent5"/>
                </a:solidFill>
              </a:rPr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ru" sz="2400"/>
              <a:t>за эту неделю я изучил kotlin и научился минимально с ним работать </a:t>
            </a:r>
            <a:endParaRPr b="0" sz="2400"/>
          </a:p>
        </p:txBody>
      </p:sp>
      <p:grpSp>
        <p:nvGrpSpPr>
          <p:cNvPr id="120" name="Google Shape;120;p19"/>
          <p:cNvGrpSpPr/>
          <p:nvPr/>
        </p:nvGrpSpPr>
        <p:grpSpPr>
          <a:xfrm>
            <a:off x="6743988" y="2479010"/>
            <a:ext cx="2212050" cy="2537076"/>
            <a:chOff x="6803275" y="395363"/>
            <a:chExt cx="2212050" cy="2537076"/>
          </a:xfrm>
        </p:grpSpPr>
        <p:pic>
          <p:nvPicPr>
            <p:cNvPr id="121" name="Google Shape;12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03275" y="427445"/>
              <a:ext cx="2212050" cy="25049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Кусок клейкой ленты, который удерживает заметку на слайде" id="122" name="Google Shape;122;p19"/>
            <p:cNvPicPr preferRelativeResize="0"/>
            <p:nvPr/>
          </p:nvPicPr>
          <p:blipFill rotWithShape="1">
            <a:blip r:embed="rId4">
              <a:alphaModFix/>
            </a:blip>
            <a:srcRect b="10012" l="9245" r="2118" t="5926"/>
            <a:stretch/>
          </p:blipFill>
          <p:spPr>
            <a:xfrm rot="154826">
              <a:off x="7370663" y="419419"/>
              <a:ext cx="1077273" cy="382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9"/>
            <p:cNvSpPr txBox="1"/>
            <p:nvPr/>
          </p:nvSpPr>
          <p:spPr>
            <a:xfrm>
              <a:off x="6944800" y="684231"/>
              <a:ext cx="1929000" cy="200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100"/>
                <a:buFont typeface="Arial"/>
                <a:buNone/>
              </a:pPr>
              <a:r>
                <a:rPr b="1" lang="ru">
                  <a:solidFill>
                    <a:schemeClr val="dk1"/>
                  </a:solidFill>
                  <a:latin typeface="Raleway"/>
                  <a:ea typeface="Raleway"/>
                  <a:cs typeface="Raleway"/>
                  <a:sym typeface="Raleway"/>
                </a:rPr>
                <a:t>Совет</a:t>
              </a:r>
              <a:endParaRPr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800"/>
                </a:spcAft>
                <a:buNone/>
              </a:pPr>
              <a:r>
                <a:rPr lang="ru" sz="1500">
                  <a:solidFill>
                    <a:schemeClr val="dk2"/>
                  </a:solidFill>
                  <a:highlight>
                    <a:schemeClr val="lt1"/>
                  </a:highlight>
                </a:rPr>
                <a:t>Никогда не делай одновременно много дел — можно обделаться</a:t>
              </a:r>
              <a:endParaRPr b="1" sz="1500">
                <a:solidFill>
                  <a:schemeClr val="dk2"/>
                </a:solidFill>
                <a:highlight>
                  <a:schemeClr val="lt1"/>
                </a:highlight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