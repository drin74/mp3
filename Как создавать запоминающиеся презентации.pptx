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6f06c1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6f06c1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16f06c12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16f06c1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282025" y="121335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700"/>
              <a:t>Аудиоплеер</a:t>
            </a:r>
            <a:endParaRPr sz="67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Бшоян А.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971200" cy="768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2500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КАКИЕ ПРОБЛЕМЫ МЫ РЕШАЕМ</a:t>
            </a:r>
            <a:endParaRPr sz="2500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4300" u="sng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61254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 многих Android телефонах встроенный плеер очень плохой или отсутствует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Нужно скачивать сторонние приложения с рекламой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Сложно найти простой, бесплатный плеер без лишних функций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230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Кусок клейкой ленты, который удерживает заметку на слайде" id="85" name="Google Shape;85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1. </a:t>
            </a: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Технический</a:t>
            </a: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стек</a:t>
            </a:r>
            <a:endParaRPr b="1" sz="2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Raleway"/>
                <a:ea typeface="Raleway"/>
                <a:cs typeface="Raleway"/>
                <a:sym typeface="Raleway"/>
              </a:rPr>
              <a:t>Выберите одну из стратегий 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мгновенного привлечения внимания: неожиданный факт, эмоция или простое заявление.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Удобное место для 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разработки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 мобильных приложений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Kotlin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Современный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 ЯП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GitHub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Контроль версий 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13150" y="19126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первая</a:t>
            </a:r>
            <a:r>
              <a:rPr lang="ru" sz="3800"/>
              <a:t> версия</a:t>
            </a:r>
            <a:endParaRPr sz="3800"/>
          </a:p>
        </p:txBody>
      </p:sp>
      <p:pic>
        <p:nvPicPr>
          <p:cNvPr id="93" name="Google Shape;93;p16" title="photo_2026-03-20_23-56-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199" y="142038"/>
            <a:ext cx="2186725" cy="4859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6"/>
          <p:cNvGrpSpPr/>
          <p:nvPr/>
        </p:nvGrpSpPr>
        <p:grpSpPr>
          <a:xfrm>
            <a:off x="6849913" y="2571760"/>
            <a:ext cx="2212050" cy="2537076"/>
            <a:chOff x="6803275" y="395363"/>
            <a:chExt cx="2212050" cy="2537076"/>
          </a:xfrm>
        </p:grpSpPr>
        <p:pic>
          <p:nvPicPr>
            <p:cNvPr id="95" name="Google Shape;95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96" name="Google Shape;96;p16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750">
                  <a:solidFill>
                    <a:schemeClr val="dk2"/>
                  </a:solidFill>
                  <a:highlight>
                    <a:schemeClr val="lt1"/>
                  </a:highlight>
                  <a:latin typeface="Georgia"/>
                  <a:ea typeface="Georgia"/>
                  <a:cs typeface="Georgia"/>
                  <a:sym typeface="Georgia"/>
                </a:rPr>
                <a:t>Без подошвы тапочки — это просто тряпочки.</a:t>
              </a:r>
              <a:endParaRPr b="1" sz="22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265500" y="653700"/>
            <a:ext cx="4045200" cy="38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ru" sz="3800">
                <a:solidFill>
                  <a:schemeClr val="dk1"/>
                </a:solidFill>
              </a:rPr>
              <a:t>главный экран</a:t>
            </a:r>
            <a:endParaRPr sz="3800"/>
          </a:p>
        </p:txBody>
      </p:sp>
      <p:sp>
        <p:nvSpPr>
          <p:cNvPr id="103" name="Google Shape;103;p17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(блин черное на  черном  )</a:t>
            </a:r>
            <a:endParaRPr i="1" sz="12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" name="Google Shape;104;p17" title="photo_2026-03-20_23-48-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700" y="212200"/>
            <a:ext cx="2177415" cy="4838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7"/>
          <p:cNvGrpSpPr/>
          <p:nvPr/>
        </p:nvGrpSpPr>
        <p:grpSpPr>
          <a:xfrm>
            <a:off x="6831113" y="2571760"/>
            <a:ext cx="2212050" cy="2537076"/>
            <a:chOff x="6803275" y="395363"/>
            <a:chExt cx="2212050" cy="2537076"/>
          </a:xfrm>
        </p:grpSpPr>
        <p:pic>
          <p:nvPicPr>
            <p:cNvPr id="106" name="Google Shape;10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107" name="Google Shape;107;p17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650">
                  <a:solidFill>
                    <a:schemeClr val="dk2"/>
                  </a:solidFill>
                  <a:highlight>
                    <a:schemeClr val="lt1"/>
                  </a:highlight>
                  <a:latin typeface="Georgia"/>
                  <a:ea typeface="Georgia"/>
                  <a:cs typeface="Georgia"/>
                  <a:sym typeface="Georgia"/>
                </a:rPr>
                <a:t>Сила – не в бабках. Ведь бабки – уже старые.</a:t>
              </a:r>
              <a:endParaRPr b="1" sz="18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 title="photo_2026-03-20_23-48-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000" y="152400"/>
            <a:ext cx="217741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ted-puppy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440" y="1161650"/>
            <a:ext cx="3264784" cy="3264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260849" y="76450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заключение</a:t>
            </a:r>
            <a:r>
              <a:rPr lang="ru">
                <a:solidFill>
                  <a:schemeClr val="accent5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ru" sz="2400"/>
              <a:t>за эту неделю я изучил kotlin и научился минимально с ним работать </a:t>
            </a:r>
            <a:endParaRPr b="0" sz="2400"/>
          </a:p>
        </p:txBody>
      </p:sp>
      <p:grpSp>
        <p:nvGrpSpPr>
          <p:cNvPr id="120" name="Google Shape;120;p19"/>
          <p:cNvGrpSpPr/>
          <p:nvPr/>
        </p:nvGrpSpPr>
        <p:grpSpPr>
          <a:xfrm>
            <a:off x="6743988" y="2479010"/>
            <a:ext cx="2212050" cy="2537076"/>
            <a:chOff x="6803275" y="395363"/>
            <a:chExt cx="2212050" cy="2537076"/>
          </a:xfrm>
        </p:grpSpPr>
        <p:pic>
          <p:nvPicPr>
            <p:cNvPr id="121" name="Google Shape;12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122" name="Google Shape;122;p19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9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500">
                  <a:solidFill>
                    <a:schemeClr val="dk2"/>
                  </a:solidFill>
                  <a:highlight>
                    <a:schemeClr val="lt1"/>
                  </a:highlight>
                </a:rPr>
                <a:t>Никогда не делай одновременно много дел — можно обделаться</a:t>
              </a:r>
              <a:endParaRPr b="1" sz="15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